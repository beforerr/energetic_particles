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84"/>
    <p:restoredTop sz="94658"/>
  </p:normalViewPr>
  <p:slideViewPr>
    <p:cSldViewPr snapToGrid="0">
      <p:cViewPr varScale="1">
        <p:scale>
          <a:sx n="50" d="100"/>
          <a:sy n="50" d="100"/>
        </p:scale>
        <p:origin x="176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BA07-8AA2-E920-BCA6-1CB789431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1C140-D9D3-63A0-6BBB-84D34694E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F84BF-18FB-1C7E-3A65-26AF89AF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99D4D-208D-8F1D-5D17-619AEF6C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29E3C-C864-B666-57F6-4E82BA87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5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D37F-4515-3C11-299B-67B98369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0EED-4976-E301-F0CC-E3F617EB3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D2BFC-E35B-FC7F-B945-B6395508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48406-082D-4336-0BCC-8756019E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259AE-544D-7B07-3985-AC58F3CD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76D86-5882-CC80-B8A8-0C6251CE8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0CF33-03C8-9C74-DF7A-22AE5801A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D5820-8498-5E10-B8AC-71AC572A0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91586-C45C-FE96-16AF-ED1478FFB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DE1DD-D1D9-D67C-B2AF-D7FE6FE5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47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30EB3-3CEC-E38A-B0FD-D0BB393D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8FED4-A2C4-37D7-1221-05ED4886F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5EDDE-1631-DD7E-7423-F4177BA53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4BCA9-9604-543E-A0F8-F282D0536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3320D-3484-E527-8B40-CC335C1D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CD144-2E97-DC96-921F-381F42FF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3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44CCA-0FC3-5BE0-5C0B-E2752D57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17187-A2F9-605A-FD43-DA960A26F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10431-4088-059E-93D9-499840299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09580E-CCF2-58AD-DF47-F62944EF4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012CB-696C-1729-E34E-9B68A97CA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EFB247-AD15-0ECE-2592-4C1D831A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579650-A81C-1E12-2234-FED22B0EB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D68E-A77C-6690-08BF-54DBED840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3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4A3E4-40AC-68C9-1BEB-E7B232311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93858-BE5C-32EA-894D-5F1118861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C087C-92D3-0EF3-2E27-BB4D0256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77431-AC69-4A01-A3D6-A3561CC33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4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8A2A4-277D-8504-FB7D-C095887E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E76E7-88C1-CB2B-7208-93D71864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7842F-C90F-20F0-5917-E521B540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3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149BE-745E-4C80-0A1F-2762434FE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E49A5-E4EC-6AA6-3D6E-7D487C9EA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9A99C-8B25-91BF-E5BB-2AA1FDD55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19442-2BF2-B390-1C3D-2E4E0953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5AA7B-2AD9-EBDE-B277-13DD6CC9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9E865-07EC-7118-9EB3-E5EA9B6F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6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1CAC-5A86-5A91-EA7A-EBFD8F3F4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137973-2B23-3045-2C16-7B35748D8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8FE57-A2C0-EA97-FB21-0EBD68AEE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7E8AA-5B30-EB77-D638-44F039D4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54F09-1743-E4F4-1289-9ED3BC98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ABDD9-C462-E419-BAC4-869D731E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26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7B9D-15D6-32D7-AE30-F2850D894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791B30-42D6-A4E4-C505-458A4E169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86898-62CB-75E1-5753-61BF96A5E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892E9-DB10-7A87-F139-3A002043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D0559-9DFF-52B2-1866-DC1C8B9B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4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E87F8-5866-D0A3-9602-5EC2DB0B88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F9A9C-555B-BF89-9032-64F5D3E0D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D8F04-88AC-32AE-A61C-E9E3E963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06557-0982-2DE4-6097-1E8F1CBE4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36FEE-7B02-3A4E-AD1E-7F056B42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2A16F-CBD0-1695-7122-EEE44766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C75B3-3787-7BDE-10F1-E63B7B9F2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E37D8-B883-BD99-3FBA-7BC0C8DA2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13988-0FA4-924F-A4FC-955825A5CD49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B1E9A-42D3-056B-E1EB-FBDEF844A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2167B-66B5-6023-41CB-36EA37AE4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F33B0-7DF9-0E43-AB54-22420E1B1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5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763E0-0350-64D6-25D2-A20D92D49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FBB-1CD0-C604-6E1B-24B2BC0942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51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BF40-A020-39DA-3D87-5194D316F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4AF091-54E9-FBB3-CD49-3E8798416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6054" y="1158081"/>
            <a:ext cx="7599892" cy="569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8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Zijin Zhang</dc:creator>
  <cp:lastModifiedBy>Zijin Zhang</cp:lastModifiedBy>
  <cp:revision>1</cp:revision>
  <dcterms:created xsi:type="dcterms:W3CDTF">2025-12-01T17:06:47Z</dcterms:created>
  <dcterms:modified xsi:type="dcterms:W3CDTF">2025-12-01T17:08:40Z</dcterms:modified>
</cp:coreProperties>
</file>